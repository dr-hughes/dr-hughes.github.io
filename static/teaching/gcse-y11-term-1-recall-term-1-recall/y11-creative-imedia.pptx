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er" id="{5920990f-3831-6e99-7f87-54d59d20af0d}">
          <p14:sldIdLst>
            <p14:sldId id="256"/>
          </p14:sldIdLst>
        </p14:section>
        <p14:section name="Default-1" id="{5aa4963b-1ae2-2d48-767e-9b8c637527db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Y11 Creative iMedia  |  Term 1 Recall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Y11 Creative iMedia  |  Term 1 Recall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5-A-DAY: Knowledge Recall</a:t>
            </a:r>
            <a:endParaRPr lang="en-US" sz="3000" dirty="0"/>
          </a:p>
        </p:txBody>
      </p:sp>
      <p:sp>
        <p:nvSpPr>
          <p:cNvPr id="3" name="STARTER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1325880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Number 1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difference between digital and physical distribution of a media product.</a:t>
            </a:r>
            <a:endParaRPr lang="en-US" sz="1400" dirty="0"/>
          </a:p>
        </p:txBody>
      </p:sp>
      <p:sp>
        <p:nvSpPr>
          <p:cNvPr id="11" name="@1 Answer card"/>
          <p:cNvSpPr/>
          <p:nvPr/>
        </p:nvSpPr>
        <p:spPr>
          <a:xfrm>
            <a:off x="4846320" y="1325880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1 addText"/>
          <p:cNvSpPr txBox="1"/>
          <p:nvPr/>
        </p:nvSpPr>
        <p:spPr>
          <a:xfrm>
            <a:off x="4983480" y="13258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is sent online (e.g. streaming). Physical is a real copy (e.g. a DVD).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002536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2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025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you research your target audience before making a product?</a:t>
            </a:r>
            <a:endParaRPr lang="en-US" sz="1400" dirty="0"/>
          </a:p>
        </p:txBody>
      </p:sp>
      <p:sp>
        <p:nvSpPr>
          <p:cNvPr id="17" name="@2 Answer card"/>
          <p:cNvSpPr/>
          <p:nvPr/>
        </p:nvSpPr>
        <p:spPr>
          <a:xfrm>
            <a:off x="4846320" y="2002536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8" name="@2 addText"/>
          <p:cNvSpPr txBox="1"/>
          <p:nvPr/>
        </p:nvSpPr>
        <p:spPr>
          <a:xfrm>
            <a:off x="4983480" y="200253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your choices (style, content, language) suit the people it is made for.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2679192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Number 3"/>
          <p:cNvSpPr/>
          <p:nvPr/>
        </p:nvSpPr>
        <p:spPr>
          <a:xfrm>
            <a:off x="548640" y="2798064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6791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work plan, what is a contingency?</a:t>
            </a:r>
            <a:endParaRPr lang="en-US" sz="1400" dirty="0"/>
          </a:p>
        </p:txBody>
      </p:sp>
      <p:sp>
        <p:nvSpPr>
          <p:cNvPr id="23" name="@3 Answer card"/>
          <p:cNvSpPr/>
          <p:nvPr/>
        </p:nvSpPr>
        <p:spPr>
          <a:xfrm>
            <a:off x="4846320" y="2679192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4" name="@3 addText"/>
          <p:cNvSpPr txBox="1"/>
          <p:nvPr/>
        </p:nvSpPr>
        <p:spPr>
          <a:xfrm>
            <a:off x="4983480" y="267919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back-up plan for when something goes wrong, such as a task running late.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457200" y="335584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6" name="Number 4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35584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copyright do for the person who created a piece of work?</a:t>
            </a:r>
            <a:endParaRPr lang="en-US" sz="1400" dirty="0"/>
          </a:p>
        </p:txBody>
      </p:sp>
      <p:sp>
        <p:nvSpPr>
          <p:cNvPr id="29" name="@4 Answer card"/>
          <p:cNvSpPr/>
          <p:nvPr/>
        </p:nvSpPr>
        <p:spPr>
          <a:xfrm>
            <a:off x="4846320" y="3355848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0" name="@4 addText"/>
          <p:cNvSpPr txBox="1"/>
          <p:nvPr/>
        </p:nvSpPr>
        <p:spPr>
          <a:xfrm>
            <a:off x="4983480" y="335584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legal right to control who can copy or use it, so you need permission.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457200" y="4032504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32" name="Number 5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40325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Libel and slander are both defamation. What is the difference between them?</a:t>
            </a:r>
            <a:endParaRPr lang="en-US" sz="1400" dirty="0"/>
          </a:p>
        </p:txBody>
      </p:sp>
      <p:sp>
        <p:nvSpPr>
          <p:cNvPr id="35" name="@5 Answer card"/>
          <p:cNvSpPr/>
          <p:nvPr/>
        </p:nvSpPr>
        <p:spPr>
          <a:xfrm>
            <a:off x="4846320" y="4032504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6" name="@5 addText"/>
          <p:cNvSpPr txBox="1"/>
          <p:nvPr/>
        </p:nvSpPr>
        <p:spPr>
          <a:xfrm>
            <a:off x="4983480" y="403250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Libel is false and damaging in writing. Slander is false and damaging when spoken.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18" grpId="0" animBg="1"/>
      <p:bldP spid="23" grpId="0" animBg="1"/>
      <p:bldP spid="24" grpId="0" animBg="1"/>
      <p:bldP spid="29" grpId="0" animBg="1"/>
      <p:bldP spid="30" grpId="0" animBg="1"/>
      <p:bldP spid="35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Y11 Creative iMedia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R093 Retrieval Practice  |  Term 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Hughes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3000" dirty="0"/>
          </a:p>
        </p:txBody>
      </p:sp>
      <p:sp>
        <p:nvSpPr>
          <p:cNvPr id="3" name="OCR R093 Topic 5 pill"/>
          <p:cNvSpPr/>
          <p:nvPr/>
        </p:nvSpPr>
        <p:spPr>
          <a:xfrm>
            <a:off x="6638544" y="41148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38544" y="411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Topic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good choice of font style and size help a product meet its purpose?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the text easy to read and guides the reader's attention to the key information.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 role</a:t>
            </a:r>
            <a:endParaRPr lang="en-US" sz="3000" dirty="0"/>
          </a:p>
        </p:txBody>
      </p:sp>
      <p:sp>
        <p:nvSpPr>
          <p:cNvPr id="3" name="OCR R093 1.2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1.2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an editor check a product before it is released?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make sure it is accurate, consistent and suitable for the audience.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assessments</a:t>
            </a:r>
            <a:endParaRPr lang="en-US" sz="3000" dirty="0"/>
          </a:p>
        </p:txBody>
      </p:sp>
      <p:sp>
        <p:nvSpPr>
          <p:cNvPr id="3" name="OCR R093 Topic 7 pill"/>
          <p:cNvSpPr/>
          <p:nvPr/>
        </p:nvSpPr>
        <p:spPr>
          <a:xfrm>
            <a:off x="6638544" y="41148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38544" y="411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Topic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a risk assessment done before a video shoot?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spot possible hazards and reduce the chance of anyone being hurt.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compression</a:t>
            </a:r>
            <a:endParaRPr lang="en-US" sz="3000" dirty="0"/>
          </a:p>
        </p:txBody>
      </p:sp>
      <p:sp>
        <p:nvSpPr>
          <p:cNvPr id="3" name="OCR R093 4.2.4 pill"/>
          <p:cNvSpPr/>
          <p:nvPr/>
        </p:nvSpPr>
        <p:spPr>
          <a:xfrm>
            <a:off x="6858000" y="411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4.2.4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lossy compression a good choice?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smaller file size matters more than keeping perfect quality, such as emailing a photo.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depth</a:t>
            </a:r>
            <a:endParaRPr lang="en-US" sz="3000" dirty="0"/>
          </a:p>
        </p:txBody>
      </p:sp>
      <p:sp>
        <p:nvSpPr>
          <p:cNvPr id="3" name="OCR R093 4.2.2 pill"/>
          <p:cNvSpPr/>
          <p:nvPr/>
        </p:nvSpPr>
        <p:spPr>
          <a:xfrm>
            <a:off x="6858000" y="411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4.2.2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an audio recording if you increase the bit depth?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sample holds more detail, so the sound quality is higher (and the file is bigger).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Y11 Creative iMedia</dc:title>
  <dc:subject>PptxGenJS Presentation</dc:subject>
  <dc:creator/>
  <cp:lastModifiedBy/>
  <cp:revision>1</cp:revision>
  <dcterms:created xsi:type="dcterms:W3CDTF">2026-10-19T10:40:47Z</dcterms:created>
  <dcterms:modified xsi:type="dcterms:W3CDTF">2026-10-19T10:40:47Z</dcterms:modified>
</cp:coreProperties>
</file>