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er" id="{E36B9EA0-9E16-A013-3868-D967119A3CFF}">
          <p14:sldIdLst>
            <p14:sldId id="256"/>
          </p14:sldIdLst>
        </p14:section>
        <p14:section name="Default-1" id="{B9C68281-D5BA-3694-7775-6F8EE0289A74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492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Creative iMedia  |  Term 1 Recall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W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Creative iMedia  |  Term 1 Recall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5-A-DAY: Knowledge Recall</a:t>
            </a:r>
            <a:endParaRPr lang="en-US" sz="3000" dirty="0"/>
          </a:p>
        </p:txBody>
      </p:sp>
      <p:sp>
        <p:nvSpPr>
          <p:cNvPr id="3" name="STARTER pill"/>
          <p:cNvSpPr/>
          <p:nvPr/>
        </p:nvSpPr>
        <p:spPr>
          <a:xfrm>
            <a:off x="7132320" y="4114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132320" y="411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57200" y="1325880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Number 1"/>
          <p:cNvSpPr/>
          <p:nvPr/>
        </p:nvSpPr>
        <p:spPr>
          <a:xfrm>
            <a:off x="548640" y="1444752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54864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3258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written media product.</a:t>
            </a:r>
            <a:endParaRPr lang="en-US" sz="1400" dirty="0"/>
          </a:p>
        </p:txBody>
      </p:sp>
      <p:sp>
        <p:nvSpPr>
          <p:cNvPr id="11" name="@1 Answer card"/>
          <p:cNvSpPr/>
          <p:nvPr/>
        </p:nvSpPr>
        <p:spPr>
          <a:xfrm>
            <a:off x="4846320" y="1325880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@1 addText"/>
          <p:cNvSpPr txBox="1"/>
          <p:nvPr/>
        </p:nvSpPr>
        <p:spPr>
          <a:xfrm>
            <a:off x="4983480" y="132588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Magazines, comics, eBooks and websites are written products.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002536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Number 2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5486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00253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VFX stand for?</a:t>
            </a:r>
            <a:endParaRPr lang="en-US" sz="1400" dirty="0"/>
          </a:p>
        </p:txBody>
      </p:sp>
      <p:sp>
        <p:nvSpPr>
          <p:cNvPr id="17" name="@2 Answer card"/>
          <p:cNvSpPr/>
          <p:nvPr/>
        </p:nvSpPr>
        <p:spPr>
          <a:xfrm>
            <a:off x="4846320" y="2002536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@2 addText"/>
          <p:cNvSpPr txBox="1"/>
          <p:nvPr/>
        </p:nvSpPr>
        <p:spPr>
          <a:xfrm>
            <a:off x="4983480" y="2002536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effects.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57200" y="2679192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Number 3"/>
          <p:cNvSpPr/>
          <p:nvPr/>
        </p:nvSpPr>
        <p:spPr>
          <a:xfrm>
            <a:off x="548640" y="2798064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548640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67919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‘Typography’ mean?</a:t>
            </a:r>
            <a:endParaRPr lang="en-US" sz="1400" dirty="0"/>
          </a:p>
        </p:txBody>
      </p:sp>
      <p:sp>
        <p:nvSpPr>
          <p:cNvPr id="23" name="@3 Answer card"/>
          <p:cNvSpPr/>
          <p:nvPr/>
        </p:nvSpPr>
        <p:spPr>
          <a:xfrm>
            <a:off x="4846320" y="2679192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@3 addText"/>
          <p:cNvSpPr txBox="1"/>
          <p:nvPr/>
        </p:nvSpPr>
        <p:spPr>
          <a:xfrm>
            <a:off x="4983480" y="2679192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and use of text in a product. e.g., size, font, formatting, </a:t>
            </a:r>
            <a:r>
              <a:rPr lang="en-US" sz="1400" b="1" dirty="0" err="1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457200" y="335584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Number 4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335584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two audience characteristics you would research.</a:t>
            </a:r>
            <a:endParaRPr lang="en-US" sz="1400" dirty="0"/>
          </a:p>
        </p:txBody>
      </p:sp>
      <p:sp>
        <p:nvSpPr>
          <p:cNvPr id="29" name="@4 Answer card"/>
          <p:cNvSpPr/>
          <p:nvPr/>
        </p:nvSpPr>
        <p:spPr>
          <a:xfrm>
            <a:off x="4846320" y="3355848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@4 addText"/>
          <p:cNvSpPr txBox="1"/>
          <p:nvPr/>
        </p:nvSpPr>
        <p:spPr>
          <a:xfrm>
            <a:off x="4983480" y="3355848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interests, location and accessibility needs.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457200" y="4032504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EEF2F7"/>
          </a:solidFill>
          <a:ln w="9525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Number 5"/>
          <p:cNvSpPr/>
          <p:nvPr/>
        </p:nvSpPr>
        <p:spPr>
          <a:xfrm>
            <a:off x="548640" y="4151376"/>
            <a:ext cx="365760" cy="365760"/>
          </a:xfrm>
          <a:prstGeom prst="ellipse">
            <a:avLst/>
          </a:prstGeom>
          <a:solidFill>
            <a:srgbClr val="002D6A"/>
          </a:solidFill>
          <a:ln w="12700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54864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403250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storyboard used for?</a:t>
            </a:r>
            <a:endParaRPr lang="en-US" sz="1400" dirty="0"/>
          </a:p>
        </p:txBody>
      </p:sp>
      <p:sp>
        <p:nvSpPr>
          <p:cNvPr id="35" name="@5 Answer card"/>
          <p:cNvSpPr/>
          <p:nvPr/>
        </p:nvSpPr>
        <p:spPr>
          <a:xfrm>
            <a:off x="4846320" y="4032504"/>
            <a:ext cx="38404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@5 addText"/>
          <p:cNvSpPr txBox="1"/>
          <p:nvPr/>
        </p:nvSpPr>
        <p:spPr>
          <a:xfrm>
            <a:off x="4983480" y="4032504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visualises scenes before production begins.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7" grpId="0" animBg="1"/>
      <p:bldP spid="18" grpId="0" animBg="1"/>
      <p:bldP spid="23" grpId="0" animBg="1"/>
      <p:bldP spid="24" grpId="0" animBg="1"/>
      <p:bldP spid="29" grpId="0" animBg="1"/>
      <p:bldP spid="30" grpId="0" animBg="1"/>
      <p:bldP spid="35" grpId="0" animBg="1"/>
      <p:bldP spid="3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Y10 Creative iMedia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R093 Retrieval Practice  |  Term 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Hughes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purpose</a:t>
            </a:r>
            <a:endParaRPr lang="en-US" sz="3000" dirty="0"/>
          </a:p>
        </p:txBody>
      </p:sp>
      <p:sp>
        <p:nvSpPr>
          <p:cNvPr id="3" name="OCR R093 Topic 3 pill"/>
          <p:cNvSpPr/>
          <p:nvPr/>
        </p:nvSpPr>
        <p:spPr>
          <a:xfrm>
            <a:off x="6638544" y="411480"/>
            <a:ext cx="204825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6638544" y="4114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R093 Topic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 wireframe show?</a:t>
            </a:r>
            <a:endParaRPr lang="en-US" sz="2200" dirty="0"/>
          </a:p>
        </p:txBody>
      </p:sp>
      <p:sp>
        <p:nvSpPr>
          <p:cNvPr id="6" name="rule"/>
          <p:cNvSpPr/>
          <p:nvPr/>
        </p:nvSpPr>
        <p:spPr>
          <a:xfrm>
            <a:off x="457200" y="2121408"/>
            <a:ext cx="8229600" cy="27432"/>
          </a:xfrm>
          <a:prstGeom prst="rect">
            <a:avLst/>
          </a:prstGeom>
          <a:solidFill>
            <a:srgbClr val="C5D1E3"/>
          </a:solidFill>
          <a:ln w="12700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@1 Answer card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82296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shows page layout and navigation.</a:t>
            </a:r>
            <a:endParaRPr lang="en-US" sz="2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 artist</a:t>
            </a:r>
            <a:endParaRPr lang="en-US" sz="3000" dirty="0"/>
          </a:p>
        </p:txBody>
      </p:sp>
      <p:sp>
        <p:nvSpPr>
          <p:cNvPr id="3" name="OCR R093 1.2 pill"/>
          <p:cNvSpPr/>
          <p:nvPr/>
        </p:nvSpPr>
        <p:spPr>
          <a:xfrm>
            <a:off x="7077456" y="411480"/>
            <a:ext cx="1609344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7077456" y="41148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R093 1.2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 graphic artist do?</a:t>
            </a:r>
            <a:endParaRPr lang="en-US" sz="2200" dirty="0"/>
          </a:p>
        </p:txBody>
      </p:sp>
      <p:sp>
        <p:nvSpPr>
          <p:cNvPr id="6" name="rule"/>
          <p:cNvSpPr/>
          <p:nvPr/>
        </p:nvSpPr>
        <p:spPr>
          <a:xfrm>
            <a:off x="457200" y="2121408"/>
            <a:ext cx="8229600" cy="27432"/>
          </a:xfrm>
          <a:prstGeom prst="rect">
            <a:avLst/>
          </a:prstGeom>
          <a:solidFill>
            <a:srgbClr val="C5D1E3"/>
          </a:solidFill>
          <a:ln w="12700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@1 Answer card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82296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graphic artist creates visuals for a media product.</a:t>
            </a:r>
            <a:endParaRPr lang="en-US" sz="2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3000" dirty="0"/>
          </a:p>
        </p:txBody>
      </p:sp>
      <p:sp>
        <p:nvSpPr>
          <p:cNvPr id="3" name="OCR R093 Topic 5 pill"/>
          <p:cNvSpPr/>
          <p:nvPr/>
        </p:nvSpPr>
        <p:spPr>
          <a:xfrm>
            <a:off x="6638544" y="411480"/>
            <a:ext cx="204825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6638544" y="4114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R093 Topic 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typography?</a:t>
            </a:r>
            <a:endParaRPr lang="en-US" sz="2200" dirty="0"/>
          </a:p>
        </p:txBody>
      </p:sp>
      <p:sp>
        <p:nvSpPr>
          <p:cNvPr id="6" name="rule"/>
          <p:cNvSpPr/>
          <p:nvPr/>
        </p:nvSpPr>
        <p:spPr>
          <a:xfrm>
            <a:off x="457200" y="2121408"/>
            <a:ext cx="8229600" cy="27432"/>
          </a:xfrm>
          <a:prstGeom prst="rect">
            <a:avLst/>
          </a:prstGeom>
          <a:solidFill>
            <a:srgbClr val="C5D1E3"/>
          </a:solidFill>
          <a:ln w="12700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@1 Answer card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82296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and use of text in a product.</a:t>
            </a:r>
            <a:endParaRPr lang="en-US" sz="2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layout</a:t>
            </a:r>
            <a:endParaRPr lang="en-US" sz="3000" dirty="0"/>
          </a:p>
        </p:txBody>
      </p:sp>
      <p:sp>
        <p:nvSpPr>
          <p:cNvPr id="3" name="OCR R093 Topic 5 pill"/>
          <p:cNvSpPr/>
          <p:nvPr/>
        </p:nvSpPr>
        <p:spPr>
          <a:xfrm>
            <a:off x="6638544" y="411480"/>
            <a:ext cx="2048256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6638544" y="411480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R093 Topic 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layout important?</a:t>
            </a:r>
            <a:endParaRPr lang="en-US" sz="2200" dirty="0"/>
          </a:p>
        </p:txBody>
      </p:sp>
      <p:sp>
        <p:nvSpPr>
          <p:cNvPr id="6" name="rule"/>
          <p:cNvSpPr/>
          <p:nvPr/>
        </p:nvSpPr>
        <p:spPr>
          <a:xfrm>
            <a:off x="457200" y="2121408"/>
            <a:ext cx="8229600" cy="27432"/>
          </a:xfrm>
          <a:prstGeom prst="rect">
            <a:avLst/>
          </a:prstGeom>
          <a:solidFill>
            <a:srgbClr val="C5D1E3"/>
          </a:solidFill>
          <a:ln w="12700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@1 Answer card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82296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layout helps users find information quickly.</a:t>
            </a:r>
            <a:endParaRPr lang="en-US" sz="2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</a:t>
            </a:r>
            <a:endParaRPr lang="en-US" sz="3000" dirty="0"/>
          </a:p>
        </p:txBody>
      </p:sp>
      <p:sp>
        <p:nvSpPr>
          <p:cNvPr id="3" name="OCR R093 3.4.2 pill"/>
          <p:cNvSpPr/>
          <p:nvPr/>
        </p:nvSpPr>
        <p:spPr>
          <a:xfrm>
            <a:off x="6858000" y="4114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A9C4E8"/>
          </a:solidFill>
          <a:ln w="12700">
            <a:solidFill>
              <a:srgbClr val="A9C4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685800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001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R093 3.4.2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attribution mean?</a:t>
            </a:r>
            <a:endParaRPr lang="en-US" sz="2200" dirty="0"/>
          </a:p>
        </p:txBody>
      </p:sp>
      <p:sp>
        <p:nvSpPr>
          <p:cNvPr id="6" name="rule"/>
          <p:cNvSpPr/>
          <p:nvPr/>
        </p:nvSpPr>
        <p:spPr>
          <a:xfrm>
            <a:off x="457200" y="2121408"/>
            <a:ext cx="8229600" cy="27432"/>
          </a:xfrm>
          <a:prstGeom prst="rect">
            <a:avLst/>
          </a:prstGeom>
          <a:solidFill>
            <a:srgbClr val="C5D1E3"/>
          </a:solidFill>
          <a:ln w="12700">
            <a:solidFill>
              <a:srgbClr val="C5D1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@1 Answer card"/>
          <p:cNvSpPr/>
          <p:nvPr/>
        </p:nvSpPr>
        <p:spPr>
          <a:xfrm>
            <a:off x="457200" y="25603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2D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@1 addText"/>
          <p:cNvSpPr txBox="1"/>
          <p:nvPr/>
        </p:nvSpPr>
        <p:spPr>
          <a:xfrm>
            <a:off x="822960" y="25603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D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credit to the original creator.</a:t>
            </a:r>
            <a:endParaRPr lang="en-US" sz="200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D6B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669</Words>
  <Application>Microsoft Macintosh PowerPoint</Application>
  <PresentationFormat>On-screen Show (16:9)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5-A-DAY: Knowledge Recall</vt:lpstr>
      <vt:lpstr>Y10 Creative iMedia</vt:lpstr>
      <vt:lpstr>Wireframe purpose</vt:lpstr>
      <vt:lpstr>Graphic artist</vt:lpstr>
      <vt:lpstr>Typography</vt:lpstr>
      <vt:lpstr>Page layout</vt:lpstr>
      <vt:lpstr>Attribution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Y10 Creative iMedia</dc:title>
  <dc:subject>PptxGenJS Presentation</dc:subject>
  <dc:creator/>
  <cp:lastModifiedBy/>
  <cp:revision>3</cp:revision>
  <dcterms:created xsi:type="dcterms:W3CDTF">2026-10-18T08:52:13Z</dcterms:created>
  <dcterms:modified xsi:type="dcterms:W3CDTF">2026-10-19T12:49:15Z</dcterms:modified>
</cp:coreProperties>
</file>