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9329130b-91bd-f0e9-a04b-2d31115e8a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Key Terms 1" id="{2af6259f-3693-8c93-f3bc-e80d69c1795a}">
          <p14:sldIdLst>
            <p14:sldId id="266"/>
          </p14:sldIdLst>
        </p14:section>
        <p14:section name="Lesson 2" id="{b540f560-13a2-3a4d-84e8-bcd0f83fcd1a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Key Terms 2" id="{9e46bc14-45ab-65be-4067-19986180ede8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Embedded 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Embedded 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1.1.3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5 of 6. Two lessons.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an embedded system is.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an embedded system differs from a general-purpose computer.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characteristics of embedded systems that earn marks.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parts of the cycle.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decode, execute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CPU do?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instructions and processes data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things that affect CPU performance.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 of clock speed, number of cores, cache size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3000" dirty="0"/>
          </a:p>
        </p:txBody>
      </p:sp>
      <p:sp>
        <p:nvSpPr>
          <p:cNvPr id="3" name="KEY WORD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</a:t>
            </a:r>
            <a:endParaRPr lang="en-US" sz="1400" dirty="0"/>
          </a:p>
        </p:txBody>
      </p:sp>
      <p:sp>
        <p:nvSpPr>
          <p:cNvPr id="7" name="@1 Definition"/>
          <p:cNvSpPr/>
          <p:nvPr/>
        </p:nvSpPr>
        <p:spPr>
          <a:xfrm>
            <a:off x="2743200" y="109728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2880360" y="109728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built into another device.</a:t>
            </a:r>
            <a:endParaRPr lang="en-US" sz="1300" dirty="0"/>
          </a:p>
        </p:txBody>
      </p:sp>
      <p:sp>
        <p:nvSpPr>
          <p:cNvPr id="9" name="@2 Term"/>
          <p:cNvSpPr/>
          <p:nvPr/>
        </p:nvSpPr>
        <p:spPr>
          <a:xfrm>
            <a:off x="457200" y="169926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69926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</a:t>
            </a:r>
            <a:endParaRPr lang="en-US" sz="1400" dirty="0"/>
          </a:p>
        </p:txBody>
      </p:sp>
      <p:sp>
        <p:nvSpPr>
          <p:cNvPr id="11" name="@2 Definition"/>
          <p:cNvSpPr/>
          <p:nvPr/>
        </p:nvSpPr>
        <p:spPr>
          <a:xfrm>
            <a:off x="2743200" y="169926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2880360" y="169926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that can do many different jobs.</a:t>
            </a:r>
            <a:endParaRPr lang="en-US" sz="1300" dirty="0"/>
          </a:p>
        </p:txBody>
      </p:sp>
      <p:sp>
        <p:nvSpPr>
          <p:cNvPr id="13" name="@3 Term"/>
          <p:cNvSpPr/>
          <p:nvPr/>
        </p:nvSpPr>
        <p:spPr>
          <a:xfrm>
            <a:off x="457200" y="230124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30124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400" dirty="0"/>
          </a:p>
        </p:txBody>
      </p:sp>
      <p:sp>
        <p:nvSpPr>
          <p:cNvPr id="15" name="@3 Definition"/>
          <p:cNvSpPr/>
          <p:nvPr/>
        </p:nvSpPr>
        <p:spPr>
          <a:xfrm>
            <a:off x="2743200" y="230124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2880360" y="230124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one job only.</a:t>
            </a:r>
            <a:endParaRPr lang="en-US" sz="1300" dirty="0"/>
          </a:p>
        </p:txBody>
      </p:sp>
      <p:sp>
        <p:nvSpPr>
          <p:cNvPr id="17" name="@4 Term"/>
          <p:cNvSpPr/>
          <p:nvPr/>
        </p:nvSpPr>
        <p:spPr>
          <a:xfrm>
            <a:off x="457200" y="290322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290322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Microprocessor</a:t>
            </a:r>
            <a:endParaRPr lang="en-US" sz="1400" dirty="0"/>
          </a:p>
        </p:txBody>
      </p:sp>
      <p:sp>
        <p:nvSpPr>
          <p:cNvPr id="19" name="@4 Definition"/>
          <p:cNvSpPr/>
          <p:nvPr/>
        </p:nvSpPr>
        <p:spPr>
          <a:xfrm>
            <a:off x="2743200" y="290322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2880360" y="290322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processor that runs the embedded system.</a:t>
            </a:r>
            <a:endParaRPr lang="en-US" sz="1300" dirty="0"/>
          </a:p>
        </p:txBody>
      </p:sp>
      <p:sp>
        <p:nvSpPr>
          <p:cNvPr id="21" name="@5 Term"/>
          <p:cNvSpPr/>
          <p:nvPr/>
        </p:nvSpPr>
        <p:spPr>
          <a:xfrm>
            <a:off x="457200" y="350520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548640" y="350520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400" dirty="0"/>
          </a:p>
        </p:txBody>
      </p:sp>
      <p:sp>
        <p:nvSpPr>
          <p:cNvPr id="23" name="@5 Definition"/>
          <p:cNvSpPr/>
          <p:nvPr/>
        </p:nvSpPr>
        <p:spPr>
          <a:xfrm>
            <a:off x="2743200" y="350520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4" name="@5 addText"/>
          <p:cNvSpPr txBox="1"/>
          <p:nvPr/>
        </p:nvSpPr>
        <p:spPr>
          <a:xfrm>
            <a:off x="2880360" y="350520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program stored in the device (in ROM).</a:t>
            </a:r>
            <a:endParaRPr lang="en-US" sz="1300" dirty="0"/>
          </a:p>
        </p:txBody>
      </p:sp>
      <p:sp>
        <p:nvSpPr>
          <p:cNvPr id="25" name="@6 Term"/>
          <p:cNvSpPr/>
          <p:nvPr/>
        </p:nvSpPr>
        <p:spPr>
          <a:xfrm>
            <a:off x="457200" y="4107180"/>
            <a:ext cx="2194560" cy="510540"/>
          </a:xfrm>
          <a:prstGeom prst="roundRect">
            <a:avLst>
              <a:gd name="adj" fmla="val 21493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6" name="@6 addText"/>
          <p:cNvSpPr txBox="1"/>
          <p:nvPr/>
        </p:nvSpPr>
        <p:spPr>
          <a:xfrm>
            <a:off x="548640" y="4107180"/>
            <a:ext cx="20116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1400" dirty="0"/>
          </a:p>
        </p:txBody>
      </p:sp>
      <p:sp>
        <p:nvSpPr>
          <p:cNvPr id="27" name="@6 Definition"/>
          <p:cNvSpPr/>
          <p:nvPr/>
        </p:nvSpPr>
        <p:spPr>
          <a:xfrm>
            <a:off x="2743200" y="4107180"/>
            <a:ext cx="5943600" cy="510540"/>
          </a:xfrm>
          <a:prstGeom prst="roundRect">
            <a:avLst>
              <a:gd name="adj" fmla="val 2149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8" name="@6 addText"/>
          <p:cNvSpPr txBox="1"/>
          <p:nvPr/>
        </p:nvSpPr>
        <p:spPr>
          <a:xfrm>
            <a:off x="2880360" y="4107180"/>
            <a:ext cx="56692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input that measures something, such as distance.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embedded system?</a:t>
            </a:r>
            <a:endParaRPr lang="en-US" sz="3000" dirty="0"/>
          </a:p>
        </p:txBody>
      </p:sp>
      <p:sp>
        <p:nvSpPr>
          <p:cNvPr id="3" name="1.1.3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1.1.3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processor, memory and input and output.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a device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sits inside something larger, like a car.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job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a single task, over and over.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definition: a computer system that is built into another device.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or general-purpose?</a:t>
            </a:r>
            <a:endParaRPr lang="en-US" sz="3000" dirty="0"/>
          </a:p>
        </p:txBody>
      </p:sp>
      <p:sp>
        <p:nvSpPr>
          <p:cNvPr id="3" name="COMPARE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 computer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specific job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different jobs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firmware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installs new programs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microprocessor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Powerful, general processor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Parking sensors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 that earn marks</a:t>
            </a:r>
            <a:endParaRPr lang="en-US" sz="3000" dirty="0"/>
          </a:p>
        </p:txBody>
      </p:sp>
      <p:sp>
        <p:nvSpPr>
          <p:cNvPr id="3" name="CHARACTERISTICS pill"/>
          <p:cNvSpPr/>
          <p:nvPr/>
        </p:nvSpPr>
        <p:spPr>
          <a:xfrm>
            <a:off x="630936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5" name="@1 Dot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914400" y="11430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or limited purpose.</a:t>
            </a:r>
            <a:endParaRPr lang="en-US" sz="1800" dirty="0"/>
          </a:p>
        </p:txBody>
      </p:sp>
      <p:sp>
        <p:nvSpPr>
          <p:cNvPr id="7" name="@2 Dot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914400" y="18196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within a larger device.</a:t>
            </a:r>
            <a:endParaRPr lang="en-US" sz="1800" dirty="0"/>
          </a:p>
        </p:txBody>
      </p:sp>
      <p:sp>
        <p:nvSpPr>
          <p:cNvPr id="9" name="@3 Dot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914400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hardware: its own microprocessor.</a:t>
            </a:r>
            <a:endParaRPr lang="en-US" sz="1800" dirty="0"/>
          </a:p>
        </p:txBody>
      </p:sp>
      <p:sp>
        <p:nvSpPr>
          <p:cNvPr id="11" name="@4 Dot"/>
          <p:cNvSpPr/>
          <p:nvPr/>
        </p:nvSpPr>
        <p:spPr>
          <a:xfrm>
            <a:off x="548640" y="340156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914400" y="31729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stored in firmware (ROM), hard to change or update.</a:t>
            </a:r>
            <a:endParaRPr lang="en-US" sz="1800" dirty="0"/>
          </a:p>
        </p:txBody>
      </p:sp>
      <p:sp>
        <p:nvSpPr>
          <p:cNvPr id="13" name="@5 Dot"/>
          <p:cNvSpPr/>
          <p:nvPr/>
        </p:nvSpPr>
        <p:spPr>
          <a:xfrm>
            <a:off x="548640" y="4078224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4" name="@5 addText"/>
          <p:cNvSpPr txBox="1"/>
          <p:nvPr/>
        </p:nvSpPr>
        <p:spPr>
          <a:xfrm>
            <a:off x="914400" y="384962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automated: it runs without the user.</a:t>
            </a:r>
            <a:endParaRPr lang="en-US" sz="18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parking sensors</a:t>
            </a:r>
            <a:endParaRPr lang="en-US" sz="3000" dirty="0"/>
          </a:p>
        </p:txBody>
      </p:sp>
      <p:sp>
        <p:nvSpPr>
          <p:cNvPr id="3" name="EXAMPLE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@1 INPUT"/>
          <p:cNvSpPr/>
          <p:nvPr/>
        </p:nvSpPr>
        <p:spPr>
          <a:xfrm>
            <a:off x="457200" y="118872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5D79A0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45720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@1 INPUT list"/>
          <p:cNvSpPr/>
          <p:nvPr/>
        </p:nvSpPr>
        <p:spPr>
          <a:xfrm>
            <a:off x="457200" y="187452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59436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sensors on the bumper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how close an object is</a:t>
            </a:r>
            <a:endParaRPr lang="en-US" sz="1600" dirty="0"/>
          </a:p>
        </p:txBody>
      </p:sp>
      <p:sp>
        <p:nvSpPr>
          <p:cNvPr id="9" name="@2 PROCESS"/>
          <p:cNvSpPr/>
          <p:nvPr/>
        </p:nvSpPr>
        <p:spPr>
          <a:xfrm>
            <a:off x="3383280" y="118872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338328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800" dirty="0"/>
          </a:p>
        </p:txBody>
      </p:sp>
      <p:sp>
        <p:nvSpPr>
          <p:cNvPr id="11" name="@2 PROCESS list"/>
          <p:cNvSpPr/>
          <p:nvPr/>
        </p:nvSpPr>
        <p:spPr>
          <a:xfrm>
            <a:off x="3383280" y="187452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52044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microprocessor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stored in firmware (ROM)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 how close the object is</a:t>
            </a:r>
            <a:endParaRPr lang="en-US" sz="1600" dirty="0"/>
          </a:p>
        </p:txBody>
      </p:sp>
      <p:sp>
        <p:nvSpPr>
          <p:cNvPr id="13" name="@2 arrow"/>
          <p:cNvSpPr/>
          <p:nvPr/>
        </p:nvSpPr>
        <p:spPr>
          <a:xfrm>
            <a:off x="2834640" y="1485900"/>
            <a:ext cx="50292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4" name="@3 OUTPUT"/>
          <p:cNvSpPr/>
          <p:nvPr/>
        </p:nvSpPr>
        <p:spPr>
          <a:xfrm>
            <a:off x="6309360" y="118872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5D79A0"/>
          </a:solidFill>
          <a:ln w="9525">
            <a:solidFill>
              <a:srgbClr val="5D79A0"/>
            </a:solidFill>
            <a:prstDash val="solid"/>
          </a:ln>
        </p:spPr>
      </p:sp>
      <p:sp>
        <p:nvSpPr>
          <p:cNvPr id="15" name="@3 addText"/>
          <p:cNvSpPr txBox="1"/>
          <p:nvPr/>
        </p:nvSpPr>
        <p:spPr>
          <a:xfrm>
            <a:off x="630936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@3 OUTPUT list"/>
          <p:cNvSpPr/>
          <p:nvPr/>
        </p:nvSpPr>
        <p:spPr>
          <a:xfrm>
            <a:off x="6309360" y="187452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644652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Beeping speaker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display</a:t>
            </a:r>
            <a:endParaRPr lang="en-US" sz="1600" dirty="0"/>
          </a:p>
        </p:txBody>
      </p:sp>
      <p:sp>
        <p:nvSpPr>
          <p:cNvPr id="18" name="@3 arrow"/>
          <p:cNvSpPr/>
          <p:nvPr/>
        </p:nvSpPr>
        <p:spPr>
          <a:xfrm>
            <a:off x="5760720" y="1485900"/>
            <a:ext cx="50292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embedded system?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built into another device, with a specific job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characteristics.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two: specific purpose; dedicated microprocessor; firmware in ROM; hard to change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parking sensors differ from a laptop?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sensors do one fixed job; a laptop runs many programs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computer system built into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do many ... jobs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fixed ... stored in the device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Microprocessor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dedicated ... in the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for one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73989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630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and scenarios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context of the question.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range of examples of embedded systems.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device is embedded, using the scenario.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real exam questions on embedded systems.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embedded system?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built into another device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characteristics.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 specific purpose and dedicated microprocessor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example.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 parking sensors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range of examples</a:t>
            </a:r>
            <a:endParaRPr lang="en-US" sz="3000" dirty="0"/>
          </a:p>
        </p:txBody>
      </p:sp>
      <p:sp>
        <p:nvSpPr>
          <p:cNvPr id="3" name="EXAMPLES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home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 machine, dishwasher, microwave, central heating thermostat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vehicles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Cruise control, parking sensors, engine management, airbags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Carried or worn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MP3 player, mobile phone, digital watch, fitness tracker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industry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 equipment, traffic lights, ticket machines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scenario</a:t>
            </a:r>
            <a:endParaRPr lang="en-US" sz="3000" dirty="0"/>
          </a:p>
        </p:txBody>
      </p:sp>
      <p:sp>
        <p:nvSpPr>
          <p:cNvPr id="3" name="EXAM SKILL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SKILL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example that fits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3108960" y="109728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246120" y="1097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question is about a car, name a car system, such as cruise control. A washing machine is not suitable there.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it is embedded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3108960" y="196596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246120" y="19659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one specific job. It has a dedicated microprocessor. Its software is in firmware and hard to change.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 'built into the car'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3108960" y="283464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246120" y="2834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already says that. It earns no mark.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facts about embedded systems earn 1 mark at most. Use the example.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OCR sample paper Q3(b); OCR sample paper Q3(c); June 2023 Q7; June 2024 Q7(a)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is meant by an 'embedded system'.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system that is built into another device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three devices, other than a Sat Nav, which contain embedded systems.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three, for example dishwasher, MP3 player, washing machine, mobile phone, manufacturing equipment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 has many embedded systems, for example parking sensors. Identify one other and explain why it is an embedded system.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1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(e.g. cruise control) + 2 reasons: limited functions, dedicated microprocessor, hard to change. 'Built into the car' earns nothing.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car's 'Follow Me' cruise control keeps its speed and distance without the driver. Explain why it is an embedded system.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1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purpose; built into the car; dedicated hardware or microprocessor; software in firmware/ROM; hard to change; automated (any three)</a:t>
            </a:r>
            <a:endParaRPr lang="en-US" sz="12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input that ... something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going ... the 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... decides what to 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system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35584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Embedded Systems</dc:title>
  <dc:subject>PptxGenJS Presentation</dc:subject>
  <dc:creator/>
  <cp:lastModifiedBy/>
  <cp:revision>1</cp:revision>
  <dcterms:created xsi:type="dcterms:W3CDTF">2026-10-21T11:33:06Z</dcterms:created>
  <dcterms:modified xsi:type="dcterms:W3CDTF">2026-10-21T11:33:06Z</dcterms:modified>
</cp:coreProperties>
</file>