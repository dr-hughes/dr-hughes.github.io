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bbe83e4b-6807-5358-7230-61bf6517bd0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Key Terms 1" id="{16f80d66-ade0-667f-165b-7b1d2b685c93}">
          <p14:sldIdLst>
            <p14:sldId id="266"/>
          </p14:sldIdLst>
        </p14:section>
        <p14:section name="Lesson 2" id="{f52f7568-f258-33e7-9422-064a3a491cd3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Key Terms 2" id="{1bb8ff69-13ad-eddf-cebc-6c453ce93278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CPU Performance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CPU Performance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Performance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1.1.2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4 of 6. Two lessons.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is meant by CPU performance.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clock speed affects performance.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the number of cores affects performance.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one fetch-execute cycle?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instruction is fetched, decoded and executed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cache?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very fast memory close to the CPU holding frequently used data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cycle repeat?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has many instructions; each pass runs one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3000" dirty="0"/>
          </a:p>
        </p:txBody>
      </p:sp>
      <p:sp>
        <p:nvSpPr>
          <p:cNvPr id="3" name="KEY WORD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19456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743200" y="1097280"/>
            <a:ext cx="594360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2880360" y="1097280"/>
            <a:ext cx="5669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a CPU can process instructions.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19656"/>
            <a:ext cx="219456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819656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743200" y="1819656"/>
            <a:ext cx="594360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2880360" y="1819656"/>
            <a:ext cx="5669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fetch-execute cycles the CPU carries out each second.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42032"/>
            <a:ext cx="219456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54203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GHz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743200" y="2542032"/>
            <a:ext cx="594360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2880360" y="2542032"/>
            <a:ext cx="5669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Gigahertz. One billion cycles per second.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64408"/>
            <a:ext cx="219456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264408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cores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743200" y="3264408"/>
            <a:ext cx="594360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2880360" y="3264408"/>
            <a:ext cx="5669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processing units the CPU has. Each can run the cycle.</a:t>
            </a:r>
            <a:endParaRPr lang="en-US" sz="1400" dirty="0"/>
          </a:p>
        </p:txBody>
      </p:sp>
      <p:sp>
        <p:nvSpPr>
          <p:cNvPr id="21" name="@5 Term"/>
          <p:cNvSpPr/>
          <p:nvPr/>
        </p:nvSpPr>
        <p:spPr>
          <a:xfrm>
            <a:off x="457200" y="3986784"/>
            <a:ext cx="219456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548640" y="3986784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size</a:t>
            </a:r>
            <a:endParaRPr lang="en-US" sz="1500" dirty="0"/>
          </a:p>
        </p:txBody>
      </p:sp>
      <p:sp>
        <p:nvSpPr>
          <p:cNvPr id="23" name="@5 Definition"/>
          <p:cNvSpPr/>
          <p:nvPr/>
        </p:nvSpPr>
        <p:spPr>
          <a:xfrm>
            <a:off x="2743200" y="3986784"/>
            <a:ext cx="594360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4" name="@5 addText"/>
          <p:cNvSpPr txBox="1"/>
          <p:nvPr/>
        </p:nvSpPr>
        <p:spPr>
          <a:xfrm>
            <a:off x="2880360" y="3986784"/>
            <a:ext cx="5669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cache memory the CPU has.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full name</a:t>
            </a:r>
            <a:endParaRPr lang="en-US" sz="3000" dirty="0"/>
          </a:p>
        </p:txBody>
      </p:sp>
      <p:sp>
        <p:nvSpPr>
          <p:cNvPr id="3" name="EXAM SKILL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SKILL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this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enough on its own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clock, speed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size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cores, core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words earn the marks. The short forms earn none.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</a:t>
            </a:r>
            <a:endParaRPr lang="en-US" sz="3000" dirty="0"/>
          </a:p>
        </p:txBody>
      </p:sp>
      <p:sp>
        <p:nvSpPr>
          <p:cNvPr id="3" name="CLOCK SPEED pill"/>
          <p:cNvSpPr/>
          <p:nvPr/>
        </p:nvSpPr>
        <p:spPr>
          <a:xfrm>
            <a:off x="6821424" y="411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21424" y="411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fetch-execute cycles the CPU carries out each second.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measured?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GHz. 3.2 GHz is 3.2 billion cycles per second.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increasing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cycles per second, so more instructions are executed per second. The computer runs faster.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faster, and why?</a:t>
            </a:r>
            <a:endParaRPr lang="en-US" sz="3000" dirty="0"/>
          </a:p>
        </p:txBody>
      </p:sp>
      <p:sp>
        <p:nvSpPr>
          <p:cNvPr id="3" name="WORKED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 GHz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GHz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is usually faster. Use the words cycles and instructions.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cores</a:t>
            </a:r>
            <a:endParaRPr lang="en-US" sz="3000" dirty="0"/>
          </a:p>
        </p:txBody>
      </p:sp>
      <p:sp>
        <p:nvSpPr>
          <p:cNvPr id="3" name="CORE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core?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processing unit that can carry out the fetch-execute cycle on its own.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and quad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core CPU has 2 cores. A quad core has 4.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increasing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instructions can be processed at the same time, so the computer can be faster.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70332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926080" y="370332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3063240" y="3703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must be split into parts that can run together.</a:t>
            </a:r>
            <a:endParaRPr lang="en-US" sz="14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3 GHz mean?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carries out 3 billion cycles per second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more cores improve performance?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instructions can be processed at once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quad core not always 4 times faster?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may not be able to use all the cores at once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quickly the CPU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fetch-execute cycles per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... cycles per second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cores means more ... at once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355848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size and combining factors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CPU is better, and why?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cache size affects performance.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the three characteristics work in combination.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real exam questions comparing CPUs.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clock speed?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fetch-execute cycles the CPU carries out each second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core?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processing unit that can run the cycle on its own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words that earn the marks?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speed, cache size, number of cores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size</a:t>
            </a:r>
            <a:endParaRPr lang="en-US" sz="3000" dirty="0"/>
          </a:p>
        </p:txBody>
      </p:sp>
      <p:sp>
        <p:nvSpPr>
          <p:cNvPr id="3" name="CACHE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cache memory the CPU has, for example 2 MB.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increasing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frequently used instructions and data are kept close to the CPU.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is faster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faster to transfer to and from cache than to and from RAM.</a:t>
            </a:r>
            <a:endParaRPr lang="en-US" sz="14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characteristics</a:t>
            </a:r>
            <a:endParaRPr lang="en-US" sz="3000" dirty="0"/>
          </a:p>
        </p:txBody>
      </p:sp>
      <p:sp>
        <p:nvSpPr>
          <p:cNvPr id="3" name="SUMMARY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Characteristic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 it and...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fetch-execute cycles per second, so more instructions per second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instructions processed at the same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size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data kept close, faster to transfer than from 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effects</a:t>
            </a:r>
            <a:endParaRPr lang="en-US" sz="3000" dirty="0"/>
          </a:p>
        </p:txBody>
      </p:sp>
      <p:sp>
        <p:nvSpPr>
          <p:cNvPr id="3" name="COMPARE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speed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 GHz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size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1 is likely to run a 3D flight simulator faster. Why?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in the exam</a:t>
            </a:r>
            <a:endParaRPr lang="en-US" sz="3000" dirty="0"/>
          </a:p>
        </p:txBody>
      </p:sp>
      <p:sp>
        <p:nvSpPr>
          <p:cNvPr id="3" name="EXAM SKILL pill"/>
          <p:cNvSpPr/>
          <p:nvPr/>
        </p:nvSpPr>
        <p:spPr>
          <a:xfrm>
            <a:off x="6949440" y="411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SKILL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thing from the information. One mark.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fact. No reason needed.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is, then say why it makes a difference.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= the point, then the reason. 2 marks means 2 points.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2024 Q6(c); OCR sample paper Q1(a); OCR sample paper Q1(c); OCR J277 question from the PMT 1.1 topic collection, Q5(b)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three characteristics of a CPU that can affect its performance.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speed; cache size; number of cores (a bare 'clock' or 'cores' is not enough)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1947672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1: 1 GHz, 4 cores. Computer 2: 1.4 GHz, 2 cores. Identify one reason Computer 1 is faster at 3D flight simulation.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1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1947672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1947672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more cores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798064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98064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reason why the cache size affects the performance of the CPU.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2798064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2798064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transferred to and from cache faster than to and from RAM, so the CPU is more efficient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648456"/>
            <a:ext cx="3749040" cy="740664"/>
          </a:xfrm>
          <a:prstGeom prst="roundRect">
            <a:avLst>
              <a:gd name="adj" fmla="val 1481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A: single core, 3.2 GHz. Computer B: single core, 1.2 GHz. Explain why A will usually run faster.  </a:t>
            </a:r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20" name="@4 Answer card"/>
          <p:cNvSpPr/>
          <p:nvPr/>
        </p:nvSpPr>
        <p:spPr>
          <a:xfrm>
            <a:off x="4343400" y="3648456"/>
            <a:ext cx="4343400" cy="740664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1" name="@4 addText"/>
          <p:cNvSpPr txBox="1"/>
          <p:nvPr/>
        </p:nvSpPr>
        <p:spPr>
          <a:xfrm>
            <a:off x="4480560" y="3648456"/>
            <a:ext cx="4114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 a higher clock speed, so it runs more fetch-execute cycles per second, so more instructions are executed per second</a:t>
            </a:r>
            <a:endParaRPr lang="en-US" sz="12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size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... the CPU has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to transfer to and from than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than one ... changed at once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29718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62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CPU Performance</dc:title>
  <dc:subject>PptxGenJS Presentation</dc:subject>
  <dc:creator/>
  <cp:lastModifiedBy/>
  <cp:revision>1</cp:revision>
  <dcterms:created xsi:type="dcterms:W3CDTF">2026-10-21T11:33:44Z</dcterms:created>
  <dcterms:modified xsi:type="dcterms:W3CDTF">2026-10-21T11:33:44Z</dcterms:modified>
</cp:coreProperties>
</file>